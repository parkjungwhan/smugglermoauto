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51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258C2-0281-549A-919D-BFF3FCB79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18A757-4899-623D-5060-077898CEE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7BF15-0E6E-C8DC-AB80-1FB4C4B6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BF8ED7-41B3-5869-15DF-57D1F2592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B39CA8-1804-4717-9C1C-042E0ED4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99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3A0168-966F-A1D5-9704-D15EA62D1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1253330"/>
            <a:ext cx="11075504" cy="496458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97A961-11A9-2226-793D-1DF6CD9F1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B08A2-41C1-1F34-9CB0-B86E7BB2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85C661-269B-99F9-7335-DD56D7E4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9846ACD-C5A0-7EC2-BAFA-BBF30AD53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221035"/>
            <a:ext cx="10404944" cy="907084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1671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85C661-269B-99F9-7335-DD56D7E4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9000" y="105873"/>
            <a:ext cx="2743200" cy="365125"/>
          </a:xfrm>
        </p:spPr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CD6E544-2071-1334-B87F-39A13F7CCF6D}"/>
              </a:ext>
            </a:extLst>
          </p:cNvPr>
          <p:cNvCxnSpPr>
            <a:cxnSpLocks/>
          </p:cNvCxnSpPr>
          <p:nvPr userDrawn="1"/>
        </p:nvCxnSpPr>
        <p:spPr>
          <a:xfrm>
            <a:off x="8404528" y="143123"/>
            <a:ext cx="0" cy="66176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28993B-851D-0CED-58C5-56235D00BED7}"/>
              </a:ext>
            </a:extLst>
          </p:cNvPr>
          <p:cNvCxnSpPr>
            <a:cxnSpLocks/>
          </p:cNvCxnSpPr>
          <p:nvPr userDrawn="1"/>
        </p:nvCxnSpPr>
        <p:spPr>
          <a:xfrm>
            <a:off x="430696" y="6703899"/>
            <a:ext cx="114493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415802C6-D253-A156-CB20-8EC447103C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76091" y="1032068"/>
            <a:ext cx="3347500" cy="551272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F3CD7DF-A788-6F6C-608D-207738A6EAEE}"/>
              </a:ext>
            </a:extLst>
          </p:cNvPr>
          <p:cNvCxnSpPr>
            <a:cxnSpLocks/>
          </p:cNvCxnSpPr>
          <p:nvPr userDrawn="1"/>
        </p:nvCxnSpPr>
        <p:spPr>
          <a:xfrm>
            <a:off x="278296" y="954157"/>
            <a:ext cx="88259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제목 19">
            <a:extLst>
              <a:ext uri="{FF2B5EF4-FFF2-40B4-BE49-F238E27FC236}">
                <a16:creationId xmlns:a16="http://schemas.microsoft.com/office/drawing/2014/main" id="{A018E380-F40F-039A-7AD4-897F4BBA1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70928"/>
            <a:ext cx="8054668" cy="88323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6968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DE93A-04A6-C6D2-A8E0-AEBD4D56F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CBCBDE-64EA-76B5-2054-1C5AB680A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859FD-FCE6-2588-BE08-FB719A2B7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C4889E-2D11-DF1D-A5FF-2FA3EB01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9BB58-D1FC-FD9E-563B-F2B27CED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11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D5AB6-E86E-82A3-D21C-9B87B56D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9FDD32-1961-16A0-2A8F-427164CAA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48BB02-5E4A-73A6-19E4-C4429DEBA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1C3654-8DC4-2C25-97D4-B357413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EB8039-91C9-048F-1D66-092E05E3C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CC166F-9EE7-9FA4-C55F-6978E52A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29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2469F-A113-AA7F-AA79-44E0CE59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B2991-4F3F-D1E2-FF72-10C530F2F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360B4C-A57F-D3DA-89FD-126A6C89E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9056F3-2ECA-6759-0EE0-EE7A866912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7A83367-FA0C-EF79-D75B-1AC8152CA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2E6993-3FB2-C6C0-49AE-29104654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3FB821-E333-1751-9563-BE2EEE1C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3006CF-6A8A-B44E-2D9A-DFFB60D1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08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F1E09-15F2-3CD4-F14A-547D491E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D0EB3B-C5A3-F734-3738-28F018C2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8AF2EF-E0D1-6D6C-4A31-4C5198B9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869C15-569F-D607-96D8-5F503C45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7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3D496B-25B6-1FA9-13AD-1B9DCDEB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96759E0-09EF-1E8B-B87F-492899A1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8319AF-607C-3784-3C08-7A3871FA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92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82DB8-9F1A-19BC-ED11-78EBF46E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9C5EBA-CA55-B3AA-3448-60D1A22A8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0151AD-8FFD-D5A8-7A68-E9A559D39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58AF50-98B6-84D0-5BF2-C0B39F78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52525A-6FF7-23F7-CF3C-B22F0BD9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79465A-5DEF-581B-FE8B-83B4E43A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12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1A740-EBB9-CD17-E729-5A88934AF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656230-DE76-8586-576D-CACD1228A8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697F82-8ACE-6925-2740-5ABEC84DA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211260-10DD-F888-0BA5-56AB9BE87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9BF565-1C94-8EBB-F8F8-5F64EECD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CF41BF-13EF-D4CF-2052-9932469E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39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53E5F-00F2-C0AF-8A30-BFF51376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EE0842-7241-8FED-7BA0-BD961F919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D986B0-B52B-1D14-059C-5824682F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58099-C300-936F-67C5-9D2536A75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D3989-4819-5415-6456-BCADA897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017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E2DA6C-F629-23D6-2450-FBCB00E60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93ED9F-4D20-70DF-4094-F00A16460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9B8EAF-B3A6-FD00-5C39-537ABA73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D0F439-0757-6A97-4E8E-B2A4E36E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71965-3575-7F43-B78A-F677768F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31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5DEFE3-3E80-2D13-AA39-8453D6758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AE5908-284D-4111-D3A4-21D1A221F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B6F75-4C23-4512-936C-D6A68BD7122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FC6FEB-4CD3-4CA0-BDA0-E17A027F7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E584F6-865E-763A-25FB-24488B53B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B617D-E8B0-4920-BA31-F68699C4B74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제목 개체 틀 8">
            <a:extLst>
              <a:ext uri="{FF2B5EF4-FFF2-40B4-BE49-F238E27FC236}">
                <a16:creationId xmlns:a16="http://schemas.microsoft.com/office/drawing/2014/main" id="{AC4245C8-B29D-161A-CC90-D90AA1C6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7261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41B55-F361-29E1-E2EC-B3D899799C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Smuggler MAT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008BA7-92E1-9636-3E6A-AEE7C7E3A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UI </a:t>
            </a:r>
            <a:r>
              <a:rPr lang="en-US" altLang="ko-KR" dirty="0" err="1"/>
              <a:t>ProtoType</a:t>
            </a:r>
            <a:r>
              <a:rPr lang="en-US" altLang="ko-KR"/>
              <a:t>, Design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254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FF3914-AD4E-B861-1BEF-4C1A80D9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43849"/>
            <a:ext cx="4145582" cy="4638825"/>
          </a:xfrm>
        </p:spPr>
        <p:txBody>
          <a:bodyPr anchor="t">
            <a:normAutofit/>
          </a:bodyPr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F8CCEB-22E2-E6EA-CE28-ECC8922BF672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5532120" y="1543849"/>
            <a:ext cx="5681358" cy="481806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altLang="ko-KR" sz="1400" b="1" dirty="0"/>
              <a:t>Views</a:t>
            </a:r>
            <a:endParaRPr lang="ko-KR" altLang="en-US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프로그램에 추가될 화면들을 기능별로 구분하여 정리한다.​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altLang="ko-KR" sz="1400" b="1" dirty="0"/>
              <a:t>Spec.</a:t>
            </a:r>
            <a:endParaRPr lang="ko-KR" altLang="en-US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부분별 들어가야 할 기능들을 명세한다.​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altLang="ko-KR" sz="1400" b="1" dirty="0"/>
              <a:t>Sample</a:t>
            </a:r>
            <a:endParaRPr lang="ko-KR" altLang="en-US" sz="14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 err="1"/>
              <a:t>화이트아웃서바이벌</a:t>
            </a:r>
            <a:r>
              <a:rPr lang="ko-KR" altLang="en-US" sz="1400" dirty="0"/>
              <a:t> 게임을 기준으로 동작방식을 시나리오대로 정리한다.​</a:t>
            </a:r>
          </a:p>
        </p:txBody>
      </p:sp>
    </p:spTree>
    <p:extLst>
      <p:ext uri="{BB962C8B-B14F-4D97-AF65-F5344CB8AC3E}">
        <p14:creationId xmlns:p14="http://schemas.microsoft.com/office/powerpoint/2010/main" val="3185439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81FEAB1-F86F-186C-6860-6A89D92E397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 err="1"/>
              <a:t>화면명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프로그램 시작</a:t>
            </a:r>
            <a:r>
              <a:rPr lang="en-US" altLang="ko-KR" dirty="0"/>
              <a:t>&amp;</a:t>
            </a:r>
            <a:r>
              <a:rPr lang="ko-KR" altLang="en-US" dirty="0"/>
              <a:t>초기화</a:t>
            </a:r>
            <a:endParaRPr lang="en-US" altLang="ko-KR" dirty="0"/>
          </a:p>
          <a:p>
            <a:r>
              <a:rPr lang="ko-KR" altLang="en-US" dirty="0"/>
              <a:t>프로그램을</a:t>
            </a:r>
            <a:r>
              <a:rPr lang="en-US" altLang="ko-KR" dirty="0"/>
              <a:t> </a:t>
            </a:r>
            <a:r>
              <a:rPr lang="ko-KR" altLang="en-US" dirty="0"/>
              <a:t>초기화 하고 설치된 라이브러리 들을 체크한다</a:t>
            </a:r>
            <a:endParaRPr lang="en-US" altLang="ko-KR" dirty="0"/>
          </a:p>
          <a:p>
            <a:r>
              <a:rPr lang="ko-KR" altLang="en-US" dirty="0"/>
              <a:t>버전들을 확인</a:t>
            </a:r>
            <a:r>
              <a:rPr lang="en-US" altLang="ko-KR" dirty="0"/>
              <a:t>:</a:t>
            </a:r>
            <a:r>
              <a:rPr lang="ko-KR" altLang="en-US" dirty="0"/>
              <a:t> 최신버전으로 자동 다운로드한다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41B9EC6-3465-A84D-4D96-2A261E3B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View – </a:t>
            </a:r>
            <a:r>
              <a:rPr lang="en-US" altLang="ko-KR" dirty="0" err="1"/>
              <a:t>Splash&amp;Login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75BC78-54B5-2C1F-748E-BFBF3E9209D5}"/>
              </a:ext>
            </a:extLst>
          </p:cNvPr>
          <p:cNvSpPr/>
          <p:nvPr/>
        </p:nvSpPr>
        <p:spPr>
          <a:xfrm>
            <a:off x="2274206" y="1720311"/>
            <a:ext cx="3519577" cy="4129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9D74A2-425D-A1AA-804A-10DECB57C518}"/>
              </a:ext>
            </a:extLst>
          </p:cNvPr>
          <p:cNvSpPr/>
          <p:nvPr/>
        </p:nvSpPr>
        <p:spPr>
          <a:xfrm>
            <a:off x="2733958" y="4411895"/>
            <a:ext cx="2557221" cy="83691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dirty="0"/>
              <a:t>Initialize App…</a:t>
            </a:r>
          </a:p>
          <a:p>
            <a:r>
              <a:rPr lang="en-US" altLang="ko-KR" sz="1050" dirty="0"/>
              <a:t>Check App Version…</a:t>
            </a:r>
          </a:p>
          <a:p>
            <a:r>
              <a:rPr lang="en-US" altLang="ko-KR" sz="1050" dirty="0"/>
              <a:t>Lib : WOS (Check Ver…)</a:t>
            </a:r>
          </a:p>
          <a:p>
            <a:r>
              <a:rPr lang="en-US" altLang="ko-KR" sz="1050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4BD768-E542-ACF0-0E2B-879EF0592826}"/>
              </a:ext>
            </a:extLst>
          </p:cNvPr>
          <p:cNvSpPr txBox="1"/>
          <p:nvPr/>
        </p:nvSpPr>
        <p:spPr>
          <a:xfrm>
            <a:off x="2733958" y="2293750"/>
            <a:ext cx="1300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MAT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74B0B-5710-9FBE-A094-BE35829FD993}"/>
              </a:ext>
            </a:extLst>
          </p:cNvPr>
          <p:cNvSpPr txBox="1"/>
          <p:nvPr/>
        </p:nvSpPr>
        <p:spPr>
          <a:xfrm>
            <a:off x="2733958" y="2881437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M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obile</a:t>
            </a:r>
            <a:r>
              <a:rPr lang="en-US" altLang="ko-KR" dirty="0"/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A</a:t>
            </a:r>
            <a:r>
              <a:rPr lang="en-US" altLang="ko-KR" dirty="0" err="1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lang="en-US" altLang="ko-KR" b="1" dirty="0" err="1">
                <a:solidFill>
                  <a:schemeClr val="bg1"/>
                </a:solidFill>
              </a:rPr>
              <a:t>T</a:t>
            </a:r>
            <a:r>
              <a:rPr lang="en-US" altLang="ko-KR" dirty="0" err="1">
                <a:solidFill>
                  <a:schemeClr val="bg1">
                    <a:lumMod val="85000"/>
                  </a:schemeClr>
                </a:solidFill>
              </a:rPr>
              <a:t>o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C4FD0A-9663-5748-3A46-4795DB3406B8}"/>
              </a:ext>
            </a:extLst>
          </p:cNvPr>
          <p:cNvSpPr txBox="1"/>
          <p:nvPr/>
        </p:nvSpPr>
        <p:spPr>
          <a:xfrm>
            <a:off x="4803834" y="5497735"/>
            <a:ext cx="974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Ver. 0.0.023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5E87D6-675E-C3FF-15A0-182DC2075C3D}"/>
              </a:ext>
            </a:extLst>
          </p:cNvPr>
          <p:cNvSpPr txBox="1"/>
          <p:nvPr/>
        </p:nvSpPr>
        <p:spPr>
          <a:xfrm>
            <a:off x="8476091" y="584826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View-001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6481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E99373D-1034-6B66-F89C-0C22386255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 err="1"/>
              <a:t>화면명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메인화면</a:t>
            </a:r>
            <a:r>
              <a:rPr lang="en-US" altLang="ko-KR" dirty="0"/>
              <a:t>&amp;</a:t>
            </a:r>
            <a:r>
              <a:rPr lang="ko-KR" altLang="en-US" dirty="0" err="1"/>
              <a:t>대쉬보드</a:t>
            </a:r>
            <a:endParaRPr lang="en-US" altLang="ko-KR" dirty="0"/>
          </a:p>
          <a:p>
            <a:r>
              <a:rPr lang="en-US" altLang="ko-KR" dirty="0"/>
              <a:t>1 : </a:t>
            </a:r>
            <a:r>
              <a:rPr lang="ko-KR" altLang="en-US" dirty="0"/>
              <a:t>설정</a:t>
            </a:r>
            <a:r>
              <a:rPr lang="en-US" altLang="ko-KR" dirty="0"/>
              <a:t>View</a:t>
            </a:r>
            <a:r>
              <a:rPr lang="ko-KR" altLang="en-US" dirty="0"/>
              <a:t>로 전환</a:t>
            </a:r>
            <a:endParaRPr lang="en-US" altLang="ko-KR" dirty="0"/>
          </a:p>
          <a:p>
            <a:r>
              <a:rPr lang="en-US" altLang="ko-KR" dirty="0"/>
              <a:t>2 : </a:t>
            </a:r>
            <a:r>
              <a:rPr lang="ko-KR" altLang="en-US" dirty="0"/>
              <a:t>윈도 시스템 버튼</a:t>
            </a:r>
            <a:r>
              <a:rPr lang="en-US" altLang="ko-KR" dirty="0"/>
              <a:t>(Min/Max/Close)</a:t>
            </a:r>
          </a:p>
          <a:p>
            <a:r>
              <a:rPr lang="en-US" altLang="ko-KR" dirty="0"/>
              <a:t>10 : </a:t>
            </a:r>
            <a:r>
              <a:rPr lang="ko-KR" altLang="en-US" dirty="0"/>
              <a:t>현재 설정된 게임 화면 아이콘</a:t>
            </a:r>
            <a:endParaRPr lang="en-US" altLang="ko-KR" dirty="0"/>
          </a:p>
          <a:p>
            <a:r>
              <a:rPr lang="en-US" altLang="ko-KR" dirty="0"/>
              <a:t>11 : </a:t>
            </a:r>
            <a:r>
              <a:rPr lang="ko-KR" altLang="en-US" dirty="0"/>
              <a:t>등록된 게임 아이콘</a:t>
            </a:r>
            <a:endParaRPr lang="en-US" altLang="ko-KR" dirty="0"/>
          </a:p>
          <a:p>
            <a:r>
              <a:rPr lang="en-US" altLang="ko-KR" dirty="0"/>
              <a:t>12 : </a:t>
            </a:r>
            <a:r>
              <a:rPr lang="ko-KR" altLang="en-US" dirty="0"/>
              <a:t>추가할 게임</a:t>
            </a:r>
            <a:r>
              <a:rPr lang="en-US" altLang="ko-KR" dirty="0"/>
              <a:t>(</a:t>
            </a:r>
            <a:r>
              <a:rPr lang="ko-KR" altLang="en-US" dirty="0"/>
              <a:t>아이콘은 </a:t>
            </a:r>
            <a:r>
              <a:rPr lang="en-US" altLang="ko-KR" dirty="0"/>
              <a:t>+</a:t>
            </a:r>
            <a:r>
              <a:rPr lang="ko-KR" altLang="en-US" dirty="0"/>
              <a:t>로 표시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40E95DB-FB52-5724-A3C0-1185F2378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View – </a:t>
            </a:r>
            <a:r>
              <a:rPr lang="en-US" altLang="ko-KR" dirty="0" err="1"/>
              <a:t>MainView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BB1C4-D711-479F-E0EF-4A6DFA21435D}"/>
              </a:ext>
            </a:extLst>
          </p:cNvPr>
          <p:cNvSpPr txBox="1"/>
          <p:nvPr/>
        </p:nvSpPr>
        <p:spPr>
          <a:xfrm>
            <a:off x="8476091" y="584826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View-002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803A9D-6500-A17F-9973-E1E6A9826E98}"/>
              </a:ext>
            </a:extLst>
          </p:cNvPr>
          <p:cNvSpPr/>
          <p:nvPr/>
        </p:nvSpPr>
        <p:spPr>
          <a:xfrm>
            <a:off x="278296" y="1293204"/>
            <a:ext cx="7742077" cy="4990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70DF210-6F1F-F96A-7B83-2A5E9CF244EE}"/>
              </a:ext>
            </a:extLst>
          </p:cNvPr>
          <p:cNvCxnSpPr>
            <a:cxnSpLocks/>
          </p:cNvCxnSpPr>
          <p:nvPr/>
        </p:nvCxnSpPr>
        <p:spPr>
          <a:xfrm>
            <a:off x="1121510" y="1821051"/>
            <a:ext cx="0" cy="4169043"/>
          </a:xfrm>
          <a:prstGeom prst="line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48A98C-6C06-0733-FBAA-2EDCA790CFA2}"/>
              </a:ext>
            </a:extLst>
          </p:cNvPr>
          <p:cNvSpPr txBox="1"/>
          <p:nvPr/>
        </p:nvSpPr>
        <p:spPr>
          <a:xfrm>
            <a:off x="457200" y="1376117"/>
            <a:ext cx="1530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MAT - Smuggler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EA8F05E-09C8-ADFF-EBEE-454927F00844}"/>
              </a:ext>
            </a:extLst>
          </p:cNvPr>
          <p:cNvSpPr/>
          <p:nvPr/>
        </p:nvSpPr>
        <p:spPr>
          <a:xfrm>
            <a:off x="6462794" y="1376117"/>
            <a:ext cx="309966" cy="30996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C70C465-0364-7BB7-D744-434E34BE5DF3}"/>
              </a:ext>
            </a:extLst>
          </p:cNvPr>
          <p:cNvSpPr/>
          <p:nvPr/>
        </p:nvSpPr>
        <p:spPr>
          <a:xfrm>
            <a:off x="6845636" y="1376117"/>
            <a:ext cx="309966" cy="309966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4CA761B-4DAA-8F0F-A4B2-95B927E34818}"/>
              </a:ext>
            </a:extLst>
          </p:cNvPr>
          <p:cNvSpPr/>
          <p:nvPr/>
        </p:nvSpPr>
        <p:spPr>
          <a:xfrm>
            <a:off x="7228478" y="1376117"/>
            <a:ext cx="309966" cy="309966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1FC605D-AC9C-E7E7-B302-94B2B931EEB6}"/>
              </a:ext>
            </a:extLst>
          </p:cNvPr>
          <p:cNvSpPr/>
          <p:nvPr/>
        </p:nvSpPr>
        <p:spPr>
          <a:xfrm>
            <a:off x="7611320" y="1376117"/>
            <a:ext cx="309966" cy="309966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F8E59AD-8302-36BA-8A0D-051B41843277}"/>
              </a:ext>
            </a:extLst>
          </p:cNvPr>
          <p:cNvSpPr/>
          <p:nvPr/>
        </p:nvSpPr>
        <p:spPr>
          <a:xfrm>
            <a:off x="471303" y="1821051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10</a:t>
            </a:r>
            <a:endParaRPr lang="ko-KR" altLang="en-US" sz="100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0EC08EC-693D-EDBF-FDF9-8E66F9E0E0FF}"/>
              </a:ext>
            </a:extLst>
          </p:cNvPr>
          <p:cNvSpPr/>
          <p:nvPr/>
        </p:nvSpPr>
        <p:spPr>
          <a:xfrm>
            <a:off x="471303" y="2388697"/>
            <a:ext cx="457200" cy="4572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11</a:t>
            </a:r>
            <a:endParaRPr lang="ko-KR" altLang="en-US" sz="1000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8E2D558-4B9E-A886-B9D5-86688C37A53F}"/>
              </a:ext>
            </a:extLst>
          </p:cNvPr>
          <p:cNvSpPr/>
          <p:nvPr/>
        </p:nvSpPr>
        <p:spPr>
          <a:xfrm>
            <a:off x="471303" y="2956343"/>
            <a:ext cx="457200" cy="4572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11</a:t>
            </a:r>
            <a:endParaRPr lang="ko-KR" altLang="en-US" sz="1000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9ED4E9E-8309-0315-47FC-0887C68F5AA6}"/>
              </a:ext>
            </a:extLst>
          </p:cNvPr>
          <p:cNvSpPr/>
          <p:nvPr/>
        </p:nvSpPr>
        <p:spPr>
          <a:xfrm>
            <a:off x="471303" y="3523989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748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F1CF-D8D3-5FD7-DCAC-4EAA45FE1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CC3136C-1794-CD85-6AE7-66E4CF120A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 err="1"/>
              <a:t>화면명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설정화면</a:t>
            </a:r>
            <a:r>
              <a:rPr lang="en-US" altLang="ko-KR" dirty="0"/>
              <a:t>(ref. 1)</a:t>
            </a:r>
          </a:p>
          <a:p>
            <a:r>
              <a:rPr lang="ko-KR" altLang="en-US" dirty="0"/>
              <a:t>프로그램 설정 및 설치된 게임들을 검색할 수 있게 하여 라이브러리들을 다운받게 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FB5BBBB-FE30-2E30-82A9-91AA281A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View – Setting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E2265-1D99-2CB3-CA47-98DF63BC8BD1}"/>
              </a:ext>
            </a:extLst>
          </p:cNvPr>
          <p:cNvSpPr txBox="1"/>
          <p:nvPr/>
        </p:nvSpPr>
        <p:spPr>
          <a:xfrm>
            <a:off x="8476091" y="584826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View-003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0DD30-7A6B-B6E3-D592-59CA26B431C7}"/>
              </a:ext>
            </a:extLst>
          </p:cNvPr>
          <p:cNvSpPr/>
          <p:nvPr/>
        </p:nvSpPr>
        <p:spPr>
          <a:xfrm>
            <a:off x="278296" y="1293204"/>
            <a:ext cx="7742077" cy="4990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680E13-6DA2-47FB-3CE1-23115675FC18}"/>
              </a:ext>
            </a:extLst>
          </p:cNvPr>
          <p:cNvSpPr/>
          <p:nvPr/>
        </p:nvSpPr>
        <p:spPr>
          <a:xfrm>
            <a:off x="441702" y="1712563"/>
            <a:ext cx="7446935" cy="44247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854B0F-3FD2-5772-EE35-9BBB1A2791F3}"/>
              </a:ext>
            </a:extLst>
          </p:cNvPr>
          <p:cNvSpPr txBox="1"/>
          <p:nvPr/>
        </p:nvSpPr>
        <p:spPr>
          <a:xfrm>
            <a:off x="573437" y="1797804"/>
            <a:ext cx="1003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</a:rPr>
              <a:t>Setting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A5769FA-9A9B-F8D0-967C-3D04DB558EFD}"/>
              </a:ext>
            </a:extLst>
          </p:cNvPr>
          <p:cNvCxnSpPr/>
          <p:nvPr/>
        </p:nvCxnSpPr>
        <p:spPr>
          <a:xfrm>
            <a:off x="666428" y="2213412"/>
            <a:ext cx="64472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0AF6C7-3F2C-1CC1-544B-4A8661917D53}"/>
              </a:ext>
            </a:extLst>
          </p:cNvPr>
          <p:cNvSpPr txBox="1"/>
          <p:nvPr/>
        </p:nvSpPr>
        <p:spPr>
          <a:xfrm>
            <a:off x="573437" y="2891471"/>
            <a:ext cx="2460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</a:rPr>
              <a:t>Google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>
                <a:solidFill>
                  <a:schemeClr val="bg1"/>
                </a:solidFill>
              </a:rPr>
              <a:t>Play</a:t>
            </a: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>
                <a:solidFill>
                  <a:schemeClr val="bg1"/>
                </a:solidFill>
              </a:rPr>
              <a:t>Games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1F85615-0800-CC42-47E9-27FA0AA32D59}"/>
              </a:ext>
            </a:extLst>
          </p:cNvPr>
          <p:cNvCxnSpPr/>
          <p:nvPr/>
        </p:nvCxnSpPr>
        <p:spPr>
          <a:xfrm>
            <a:off x="666428" y="3351509"/>
            <a:ext cx="64472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CB0D53A-0F50-2B0B-2891-6D2D56668D4B}"/>
              </a:ext>
            </a:extLst>
          </p:cNvPr>
          <p:cNvSpPr txBox="1"/>
          <p:nvPr/>
        </p:nvSpPr>
        <p:spPr>
          <a:xfrm>
            <a:off x="573437" y="3969639"/>
            <a:ext cx="1286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solidFill>
                  <a:schemeClr val="bg1"/>
                </a:solidFill>
              </a:rPr>
              <a:t>BlueStack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84692ED-246A-CFFA-5DCF-E782565D5919}"/>
              </a:ext>
            </a:extLst>
          </p:cNvPr>
          <p:cNvCxnSpPr/>
          <p:nvPr/>
        </p:nvCxnSpPr>
        <p:spPr>
          <a:xfrm>
            <a:off x="666428" y="4429677"/>
            <a:ext cx="64472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82A4AC-22AA-4D35-4FF0-C647AA7782F9}"/>
              </a:ext>
            </a:extLst>
          </p:cNvPr>
          <p:cNvSpPr txBox="1"/>
          <p:nvPr/>
        </p:nvSpPr>
        <p:spPr>
          <a:xfrm>
            <a:off x="573437" y="5083448"/>
            <a:ext cx="1188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solidFill>
                  <a:schemeClr val="bg1"/>
                </a:solidFill>
              </a:rPr>
              <a:t>LDPlayer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C258406-E575-E481-55EC-67E8E4533E58}"/>
              </a:ext>
            </a:extLst>
          </p:cNvPr>
          <p:cNvCxnSpPr/>
          <p:nvPr/>
        </p:nvCxnSpPr>
        <p:spPr>
          <a:xfrm>
            <a:off x="666428" y="5543486"/>
            <a:ext cx="644729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4CB52A55-8011-7492-FB31-348F7EF9DD36}"/>
              </a:ext>
            </a:extLst>
          </p:cNvPr>
          <p:cNvSpPr/>
          <p:nvPr/>
        </p:nvSpPr>
        <p:spPr>
          <a:xfrm>
            <a:off x="6462794" y="1376117"/>
            <a:ext cx="309966" cy="30996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2ACA9BC-D4F2-382B-0C60-3C44C8080372}"/>
              </a:ext>
            </a:extLst>
          </p:cNvPr>
          <p:cNvSpPr/>
          <p:nvPr/>
        </p:nvSpPr>
        <p:spPr>
          <a:xfrm>
            <a:off x="6845636" y="1376117"/>
            <a:ext cx="309966" cy="309966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7B98468-AB5C-F960-EF62-A799A8C9013F}"/>
              </a:ext>
            </a:extLst>
          </p:cNvPr>
          <p:cNvSpPr/>
          <p:nvPr/>
        </p:nvSpPr>
        <p:spPr>
          <a:xfrm>
            <a:off x="7228478" y="1376117"/>
            <a:ext cx="309966" cy="309966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C060A33-B412-B53F-6C13-BBFB22477016}"/>
              </a:ext>
            </a:extLst>
          </p:cNvPr>
          <p:cNvSpPr/>
          <p:nvPr/>
        </p:nvSpPr>
        <p:spPr>
          <a:xfrm>
            <a:off x="7611320" y="1376117"/>
            <a:ext cx="309966" cy="309966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508B9-7ED2-BE7B-2F75-72ED09CE17EE}"/>
              </a:ext>
            </a:extLst>
          </p:cNvPr>
          <p:cNvSpPr txBox="1"/>
          <p:nvPr/>
        </p:nvSpPr>
        <p:spPr>
          <a:xfrm>
            <a:off x="457200" y="1376117"/>
            <a:ext cx="1530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MAT - Smuggler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206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AA715-1E39-4AEE-7D6E-EDD569AE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A80B332-8C90-B4FB-671D-CE78A26FB7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 err="1"/>
              <a:t>화면명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게임추가 설정 화면</a:t>
            </a:r>
            <a:r>
              <a:rPr lang="en-US" altLang="ko-KR" dirty="0"/>
              <a:t>(ref. 12)</a:t>
            </a:r>
          </a:p>
          <a:p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D18E5F4-CD5B-1E3B-D1AC-B96AF53C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View – </a:t>
            </a:r>
            <a:r>
              <a:rPr lang="en-US" altLang="ko-KR" dirty="0" err="1"/>
              <a:t>AddGame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2BA5D-DF73-3B93-EACA-E96B3AA2D191}"/>
              </a:ext>
            </a:extLst>
          </p:cNvPr>
          <p:cNvSpPr txBox="1"/>
          <p:nvPr/>
        </p:nvSpPr>
        <p:spPr>
          <a:xfrm>
            <a:off x="8476091" y="584826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View-004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89176F-EE69-24C5-C07F-BFC995221EEA}"/>
              </a:ext>
            </a:extLst>
          </p:cNvPr>
          <p:cNvSpPr/>
          <p:nvPr/>
        </p:nvSpPr>
        <p:spPr>
          <a:xfrm>
            <a:off x="278296" y="1293204"/>
            <a:ext cx="7742077" cy="4990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B5DF99C-67AE-C141-6A64-74AFE188F80A}"/>
              </a:ext>
            </a:extLst>
          </p:cNvPr>
          <p:cNvCxnSpPr>
            <a:cxnSpLocks/>
          </p:cNvCxnSpPr>
          <p:nvPr/>
        </p:nvCxnSpPr>
        <p:spPr>
          <a:xfrm>
            <a:off x="1121510" y="1821051"/>
            <a:ext cx="0" cy="4169043"/>
          </a:xfrm>
          <a:prstGeom prst="line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8F98D-77E7-A02F-69BC-50E03F5032B2}"/>
              </a:ext>
            </a:extLst>
          </p:cNvPr>
          <p:cNvSpPr txBox="1"/>
          <p:nvPr/>
        </p:nvSpPr>
        <p:spPr>
          <a:xfrm>
            <a:off x="457200" y="1376117"/>
            <a:ext cx="1530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MAT - Smuggler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1E86089-8996-FDF1-1DA4-4A2A8C422F3E}"/>
              </a:ext>
            </a:extLst>
          </p:cNvPr>
          <p:cNvSpPr/>
          <p:nvPr/>
        </p:nvSpPr>
        <p:spPr>
          <a:xfrm>
            <a:off x="6462794" y="1376117"/>
            <a:ext cx="309966" cy="30996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0256519-718D-CE8B-3D57-1F59B3945902}"/>
              </a:ext>
            </a:extLst>
          </p:cNvPr>
          <p:cNvSpPr/>
          <p:nvPr/>
        </p:nvSpPr>
        <p:spPr>
          <a:xfrm>
            <a:off x="6845636" y="1376117"/>
            <a:ext cx="309966" cy="309966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45E369C-0593-769E-01FA-6641D5BC2766}"/>
              </a:ext>
            </a:extLst>
          </p:cNvPr>
          <p:cNvSpPr/>
          <p:nvPr/>
        </p:nvSpPr>
        <p:spPr>
          <a:xfrm>
            <a:off x="7228478" y="1376117"/>
            <a:ext cx="309966" cy="309966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C41C6DA-254F-EE97-E37F-579A8F576312}"/>
              </a:ext>
            </a:extLst>
          </p:cNvPr>
          <p:cNvSpPr/>
          <p:nvPr/>
        </p:nvSpPr>
        <p:spPr>
          <a:xfrm>
            <a:off x="7611320" y="1376117"/>
            <a:ext cx="309966" cy="309966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77B7D90-3040-9093-1F2A-897B04DA138D}"/>
              </a:ext>
            </a:extLst>
          </p:cNvPr>
          <p:cNvSpPr/>
          <p:nvPr/>
        </p:nvSpPr>
        <p:spPr>
          <a:xfrm>
            <a:off x="471303" y="1821051"/>
            <a:ext cx="457200" cy="4572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10</a:t>
            </a:r>
            <a:endParaRPr lang="ko-KR" altLang="en-US" sz="100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A39B2B9-540C-56DB-A62D-3F58835F547F}"/>
              </a:ext>
            </a:extLst>
          </p:cNvPr>
          <p:cNvSpPr/>
          <p:nvPr/>
        </p:nvSpPr>
        <p:spPr>
          <a:xfrm>
            <a:off x="471303" y="2388697"/>
            <a:ext cx="457200" cy="4572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11</a:t>
            </a:r>
            <a:endParaRPr lang="ko-KR" altLang="en-US" sz="1000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0E2D185-557E-2B07-AA45-12BBB9846868}"/>
              </a:ext>
            </a:extLst>
          </p:cNvPr>
          <p:cNvSpPr/>
          <p:nvPr/>
        </p:nvSpPr>
        <p:spPr>
          <a:xfrm>
            <a:off x="471303" y="2956343"/>
            <a:ext cx="457200" cy="4572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11</a:t>
            </a:r>
            <a:endParaRPr lang="ko-KR" altLang="en-US" sz="1000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EE6AB09-A429-353E-A9A8-5B9069056CDC}"/>
              </a:ext>
            </a:extLst>
          </p:cNvPr>
          <p:cNvSpPr/>
          <p:nvPr/>
        </p:nvSpPr>
        <p:spPr>
          <a:xfrm>
            <a:off x="471303" y="3523989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71495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CFC7ACE-92BB-B66C-5C9B-65AA42819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1253330"/>
            <a:ext cx="11075504" cy="4964589"/>
          </a:xfrm>
        </p:spPr>
        <p:txBody>
          <a:bodyPr/>
          <a:lstStyle/>
          <a:p>
            <a:r>
              <a:rPr lang="ko-KR" altLang="en-US" dirty="0"/>
              <a:t>메인</a:t>
            </a:r>
            <a:r>
              <a:rPr lang="en-US" altLang="ko-KR" dirty="0"/>
              <a:t> </a:t>
            </a:r>
            <a:r>
              <a:rPr lang="ko-KR" altLang="en-US" dirty="0"/>
              <a:t>프로그램</a:t>
            </a:r>
            <a:r>
              <a:rPr lang="en-US" altLang="ko-KR" dirty="0"/>
              <a:t> </a:t>
            </a:r>
            <a:r>
              <a:rPr lang="ko-KR" altLang="en-US" dirty="0"/>
              <a:t>관련</a:t>
            </a:r>
            <a:r>
              <a:rPr lang="en-US" altLang="ko-KR" dirty="0"/>
              <a:t>(Spec-100)</a:t>
            </a:r>
          </a:p>
          <a:p>
            <a:r>
              <a:rPr lang="ko-KR" altLang="en-US" dirty="0"/>
              <a:t>라이브러리 설정 관련</a:t>
            </a:r>
            <a:r>
              <a:rPr lang="en-US" altLang="ko-KR" dirty="0"/>
              <a:t>(Spec-200)</a:t>
            </a:r>
          </a:p>
          <a:p>
            <a:r>
              <a:rPr lang="ko-KR" altLang="en-US" dirty="0"/>
              <a:t>게임 컨테이너 관련</a:t>
            </a:r>
            <a:r>
              <a:rPr lang="en-US" altLang="ko-KR" dirty="0"/>
              <a:t>(Spec-300)</a:t>
            </a:r>
          </a:p>
          <a:p>
            <a:r>
              <a:rPr lang="ko-KR" altLang="en-US" dirty="0"/>
              <a:t>게임 관련</a:t>
            </a:r>
            <a:r>
              <a:rPr lang="en-US" altLang="ko-KR" dirty="0"/>
              <a:t>(Spec-400)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46452A1-F985-6F0D-DA05-48C59F634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Spec List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2068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B997FAE-FDB7-4FB8-A38F-195088BC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기능명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프로그램 초기화</a:t>
            </a:r>
            <a:endParaRPr lang="en-US" altLang="ko-KR" dirty="0"/>
          </a:p>
          <a:p>
            <a:r>
              <a:rPr lang="ko-KR" altLang="en-US" dirty="0"/>
              <a:t>의미 </a:t>
            </a:r>
            <a:r>
              <a:rPr lang="en-US" altLang="ko-KR" dirty="0"/>
              <a:t>: </a:t>
            </a:r>
            <a:r>
              <a:rPr lang="ko-KR" altLang="en-US" dirty="0"/>
              <a:t>프로그램 실행 직 후 초기화 관련 작업을 진행</a:t>
            </a:r>
            <a:endParaRPr lang="en-US" altLang="ko-KR" dirty="0"/>
          </a:p>
          <a:p>
            <a:r>
              <a:rPr lang="ko-KR" altLang="en-US" dirty="0"/>
              <a:t>메인 프로그램의 버전 체크 및</a:t>
            </a:r>
            <a:r>
              <a:rPr lang="en-US" altLang="ko-KR" dirty="0"/>
              <a:t> </a:t>
            </a:r>
            <a:r>
              <a:rPr lang="ko-KR" altLang="en-US" dirty="0"/>
              <a:t>자동 패치</a:t>
            </a:r>
            <a:endParaRPr lang="en-US" altLang="ko-KR" dirty="0"/>
          </a:p>
          <a:p>
            <a:r>
              <a:rPr lang="ko-KR" altLang="en-US" dirty="0"/>
              <a:t>설치된 라이브러리 버전 확인 및 자동 패치</a:t>
            </a:r>
            <a:endParaRPr lang="en-US" altLang="ko-KR" dirty="0"/>
          </a:p>
          <a:p>
            <a:r>
              <a:rPr lang="en-US" altLang="ko-KR" dirty="0"/>
              <a:t>Background : </a:t>
            </a:r>
            <a:r>
              <a:rPr lang="ko-KR" altLang="en-US" dirty="0"/>
              <a:t>에러로그를 서버로 전달 후 삭제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8DA7AA3-BA0C-7C47-CCAF-C0934078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Spec-100 : App Init</a:t>
            </a:r>
            <a:r>
              <a:rPr lang="ko-KR" altLang="en-US" dirty="0"/>
              <a:t> </a:t>
            </a:r>
            <a:r>
              <a:rPr lang="en-US" altLang="ko-KR" dirty="0"/>
              <a:t>- 101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4524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97859-5C54-56F4-1E28-527CBE9D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8F28F9D-6E60-DE07-4F4B-B8BBE6F6A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기능명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라이브러리 </a:t>
            </a:r>
            <a:endParaRPr lang="en-US" altLang="ko-KR" dirty="0"/>
          </a:p>
          <a:p>
            <a:r>
              <a:rPr lang="ko-KR" altLang="en-US" dirty="0"/>
              <a:t>의미 </a:t>
            </a:r>
            <a:r>
              <a:rPr lang="en-US" altLang="ko-KR" dirty="0"/>
              <a:t>: </a:t>
            </a:r>
            <a:r>
              <a:rPr lang="ko-KR" altLang="en-US" dirty="0"/>
              <a:t>프로그램 실행 직 후 초기화 관련 작업을 진행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D3E2E2-CF90-A593-B1FA-C052DBE30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Spec-200 : Lib Init</a:t>
            </a:r>
            <a:r>
              <a:rPr lang="ko-KR" altLang="en-US" dirty="0"/>
              <a:t> </a:t>
            </a:r>
            <a:r>
              <a:rPr lang="en-US" altLang="ko-KR" dirty="0"/>
              <a:t>- 201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6672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288</Words>
  <Application>Microsoft Office PowerPoint</Application>
  <PresentationFormat>와이드스크린</PresentationFormat>
  <Paragraphs>77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Neue Haas Grotesk Text Pro</vt:lpstr>
      <vt:lpstr>Office 테마</vt:lpstr>
      <vt:lpstr>Smuggler MAT</vt:lpstr>
      <vt:lpstr>목차</vt:lpstr>
      <vt:lpstr>View – Splash&amp;Login</vt:lpstr>
      <vt:lpstr>View – MainView</vt:lpstr>
      <vt:lpstr>View – Setting</vt:lpstr>
      <vt:lpstr>View – AddGame</vt:lpstr>
      <vt:lpstr>Spec List</vt:lpstr>
      <vt:lpstr>Spec-100 : App Init - 101</vt:lpstr>
      <vt:lpstr>Spec-200 : Lib Init - 201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정환 박</dc:creator>
  <cp:lastModifiedBy>정환 박</cp:lastModifiedBy>
  <cp:revision>48</cp:revision>
  <dcterms:created xsi:type="dcterms:W3CDTF">2026-02-27T07:02:06Z</dcterms:created>
  <dcterms:modified xsi:type="dcterms:W3CDTF">2026-02-27T08:31:02Z</dcterms:modified>
</cp:coreProperties>
</file>